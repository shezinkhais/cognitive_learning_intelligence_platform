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Convolutional Neural Networks: Convolutions, Padding, Stride and Pooling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Deep Learning, Week 7</a:t>
            </a:r>
          </a:p>
          <a:p>
            <a:r>
              <a:rPr sz="2400"/>
              <a:t>From fully connected layers to convolutions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not a fully connected layer for images?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 one-megapixel photograph gives each input one million dimensions.</a:t>
            </a:r>
          </a:p>
          <a:p>
            <a:r>
              <a:rPr sz="1800"/>
              <a:t>Even an aggressive reduction to one thousand hidden dimensions needs a fully connected layer with 10^6 x 10^3 = 10^9 parameters.</a:t>
            </a:r>
          </a:p>
          <a:p>
            <a:r>
              <a:rPr sz="1800"/>
              <a:t>Learning that many parameters would need many GPUs and an enormous dataset.</a:t>
            </a:r>
          </a:p>
          <a:p>
            <a:r>
              <a:rPr sz="1800"/>
              <a:t>Images have rich structure, and CNNs exploit that structure to learn with fewer parameters.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Invariance and locality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What Waldo looks like does not depend on where Waldo is located.</a:t>
            </a:r>
          </a:p>
          <a:p>
            <a:r>
              <a:rPr sz="1800"/>
              <a:t>Translation invariance: the earliest layers respond similarly to the same patch, regardless of where it appears in the image.</a:t>
            </a:r>
          </a:p>
          <a:p>
            <a:r>
              <a:rPr sz="1800"/>
              <a:t>Locality: the earliest layers focus on local regions, without regard for the contents of distant regions.</a:t>
            </a:r>
          </a:p>
          <a:p>
            <a:r>
              <a:rPr sz="1800"/>
              <a:t>Deeper layers capture longer-range features, like higher level vision in nature.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cross-correlation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Convolutional layers are a misnomer: the operation they express is a cross-correlation.</a:t>
            </a:r>
          </a:p>
          <a:p>
            <a:r>
              <a:rPr sz="1800"/>
              <a:t>The kernel window starts at the upper-left corner of the input and slides left to right and top to bottom.</a:t>
            </a:r>
          </a:p>
          <a:p>
            <a:r>
              <a:rPr sz="1800"/>
              <a:t>At each position the input window and the kernel are multiplied elementwise and summed into a single scalar.</a:t>
            </a:r>
          </a:p>
          <a:p>
            <a:r>
              <a:rPr sz="1800"/>
              <a:t>Example: a 3 x 3 input and a 2 x 2 kernel give a 2 x 2 output; the first element is 0x0 + 1x1 + 3x2 + 4x3 = 19.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size without padding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An input of shape nh x nw and a kernel of shape kh x kw give an output of shape (nh - kh + 1) x (nw - kw + 1).</a:t>
            </a:r>
          </a:p>
          <a:p>
            <a:r>
              <a:rPr sz="1800"/>
              <a:t>The output is smaller because the kernel must fit wholly within the image.</a:t>
            </a:r>
          </a:p>
          <a:p>
            <a:r>
              <a:rPr sz="1800"/>
              <a:t>A convolutional layer cross-correlates the input and kernel and adds a scalar bias; its two parameters are the kernel and the bias.</a:t>
            </a:r>
          </a:p>
          <a:p>
            <a:r>
              <a:rPr sz="1800"/>
              <a:t>Kernels are usually initialised randomly, as in a fully connected layer.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Edge detection with a kernel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Image: 6 x 8 pixels, the middle four columns black (0) and the rest white (1).</a:t>
            </a:r>
          </a:p>
          <a:p>
            <a:r>
              <a:rPr sz="1800"/>
              <a:t>Kernel K = [1, -1], of height 1 and width 2, is a finite difference operator.</a:t>
            </a:r>
          </a:p>
          <a:p>
            <a:r>
              <a:rPr sz="1800"/>
              <a:t>The output is 1 for an edge from white to black, -1 for an edge from black to white, and 0 everywhere else.</a:t>
            </a:r>
          </a:p>
          <a:p>
            <a:r>
              <a:rPr sz="1800"/>
              <a:t>Applied to the transposed image the output vanishes: K only detects vertical edges.</a:t>
            </a:r>
          </a:p>
          <a:p>
            <a:r>
              <a:rPr sz="1800"/>
              <a:t>For larger kernels and deeper networks, the kernel is learned from data rather than designed by hand.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Successive convolutions shrink the image: ten layers of 5 x 5 convolutions reduce a 240 x 240 image to 200 x 200, slicing off 30% of it.</a:t>
            </a:r>
          </a:p>
          <a:p>
            <a:r>
              <a:rPr sz="1800"/>
              <a:t>Pixels in the corners are hardly used at all.</a:t>
            </a:r>
          </a:p>
          <a:p>
            <a:r>
              <a:rPr sz="1800"/>
              <a:t>Padding adds extra pixels of filler, usually zeros, around the boundary.</a:t>
            </a:r>
          </a:p>
          <a:p>
            <a:r>
              <a:rPr sz="1800"/>
              <a:t>With ph rows and pw columns of padding the output is (nh - kh + ph + 1) x (nw - kw + pw + 1).</a:t>
            </a:r>
          </a:p>
          <a:p>
            <a:r>
              <a:rPr sz="1800"/>
              <a:t>Setting ph = kh - 1 and pw = kw - 1 keeps the output the same size as the input.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odd kernel sizes?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CNNs commonly use kernels with odd height and width, such as 1, 3, 5 or 7.</a:t>
            </a:r>
          </a:p>
          <a:p>
            <a:r>
              <a:rPr sz="1800"/>
              <a:t>With an odd kernel the same number of rows can be padded on top and bottom, and the same number of columns on left and right.</a:t>
            </a:r>
          </a:p>
          <a:p>
            <a:r>
              <a:rPr sz="1800"/>
              <a:t>The output Y[i, j] is then computed with the window centred on X[i, j].</a:t>
            </a:r>
          </a:p>
          <a:p>
            <a:r>
              <a:rPr sz="1800"/>
              <a:t>Example: a 3 x 3 kernel with 1 pixel of padding on all sides keeps an 8 x 8 input at 8 x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Stride is the number of rows and columns the window moves per slide.</a:t>
            </a:r>
          </a:p>
          <a:p>
            <a:r>
              <a:rPr sz="1800"/>
              <a:t>So far the stride has been 1 for both height and width.</a:t>
            </a:r>
          </a:p>
          <a:p>
            <a:r>
              <a:rPr sz="1800"/>
              <a:t>A larger stride skips intermediate locations, for computational efficiency or to downsample.</a:t>
            </a:r>
          </a:p>
          <a:p>
            <a:r>
              <a:rPr sz="1800"/>
              <a:t>With stride sh and sw the output shape is floor((nh - kh + ph + sh) / sh) x floor((nw - kw + pw + sw) / sw).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Pooling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Pooling mitigates the sensitivity of convolutional layers to location and spatially downsamples representations.</a:t>
            </a:r>
          </a:p>
          <a:p>
            <a:r>
              <a:rPr sz="1800"/>
              <a:t>A pooling window slides over the input like a kernel, but the pooling layer contains no parameters.</a:t>
            </a:r>
          </a:p>
          <a:p>
            <a:r>
              <a:rPr sz="1800"/>
              <a:t>Maximum pooling takes the largest value in the window; average pooling takes the mean.</a:t>
            </a:r>
          </a:p>
          <a:p>
            <a:r>
              <a:rPr sz="1800"/>
              <a:t>Example: 2 x 2 max-pooling of a 3 x 3 input gives max(0, 1, 3, 4) = 4 as its first output.</a:t>
            </a:r>
          </a:p>
          <a:p>
            <a:r>
              <a:rPr sz="1800"/>
              <a:t>In almost all cases, max-pooling is preferable to average pooling.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Pooling: padding, stride and channels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Like convolutional layers, pooling layers change the output shape, and padding and stride adjust it.</a:t>
            </a:r>
          </a:p>
          <a:p>
            <a:r>
              <a:rPr sz="1800"/>
              <a:t>Deep learning frameworks default to a pooling stride equal to the window size: a 3 x 3 window gets a stride of 3.</a:t>
            </a:r>
          </a:p>
          <a:p>
            <a:r>
              <a:rPr sz="1800"/>
              <a:t>With several input channels, pooling is applied to each channel separately, so the number of output channels equals the number of input channels.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Adapted from Dive into Deep Learning by Aston Zhang, Zachary C. Lipton, Mu Li and Alexander J. Smola (https://d2l.ai), licensed CC BY-SA 4.0. This adaptation is shared under the same licence.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